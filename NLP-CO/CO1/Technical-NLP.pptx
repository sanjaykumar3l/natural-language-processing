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91" r:id="rId2"/>
    <p:sldId id="322" r:id="rId3"/>
    <p:sldId id="292" r:id="rId4"/>
    <p:sldId id="312" r:id="rId5"/>
    <p:sldId id="306" r:id="rId6"/>
    <p:sldId id="308" r:id="rId7"/>
    <p:sldId id="304" r:id="rId8"/>
    <p:sldId id="319" r:id="rId9"/>
    <p:sldId id="31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0EB05-EDDB-45D6-A0FB-8330ADDD4475}" v="34" dt="2026-07-19T16:28:54.84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2418" autoAdjust="0"/>
  </p:normalViewPr>
  <p:slideViewPr>
    <p:cSldViewPr snapToGrid="0">
      <p:cViewPr varScale="1">
        <p:scale>
          <a:sx n="76" d="100"/>
          <a:sy n="76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sk870020@gmail.com" userId="2febd9b4c272fbde" providerId="LiveId" clId="{FCBD5DFC-3241-4113-B4A2-8A215F6BE078}"/>
    <pc:docChg chg="undo custSel addSld delSld modSld sldOrd">
      <pc:chgData name="lsk870020@gmail.com" userId="2febd9b4c272fbde" providerId="LiveId" clId="{FCBD5DFC-3241-4113-B4A2-8A215F6BE078}" dt="2026-07-19T16:30:34.563" v="190" actId="47"/>
      <pc:docMkLst>
        <pc:docMk/>
      </pc:docMkLst>
      <pc:sldChg chg="addSp delSp modSp del mod">
        <pc:chgData name="lsk870020@gmail.com" userId="2febd9b4c272fbde" providerId="LiveId" clId="{FCBD5DFC-3241-4113-B4A2-8A215F6BE078}" dt="2026-07-19T16:21:27.300" v="52" actId="47"/>
        <pc:sldMkLst>
          <pc:docMk/>
          <pc:sldMk cId="0" sldId="260"/>
        </pc:sldMkLst>
      </pc:sldChg>
      <pc:sldChg chg="modSp del mod">
        <pc:chgData name="lsk870020@gmail.com" userId="2febd9b4c272fbde" providerId="LiveId" clId="{FCBD5DFC-3241-4113-B4A2-8A215F6BE078}" dt="2026-07-19T16:21:30.746" v="54" actId="47"/>
        <pc:sldMkLst>
          <pc:docMk/>
          <pc:sldMk cId="0" sldId="261"/>
        </pc:sldMkLst>
      </pc:sldChg>
      <pc:sldChg chg="modSp del mod">
        <pc:chgData name="lsk870020@gmail.com" userId="2febd9b4c272fbde" providerId="LiveId" clId="{FCBD5DFC-3241-4113-B4A2-8A215F6BE078}" dt="2026-07-19T16:24:08.676" v="92" actId="47"/>
        <pc:sldMkLst>
          <pc:docMk/>
          <pc:sldMk cId="0" sldId="264"/>
        </pc:sldMkLst>
      </pc:sldChg>
      <pc:sldChg chg="addSp delSp modSp del mod ord">
        <pc:chgData name="lsk870020@gmail.com" userId="2febd9b4c272fbde" providerId="LiveId" clId="{FCBD5DFC-3241-4113-B4A2-8A215F6BE078}" dt="2026-07-19T16:30:25.947" v="188" actId="47"/>
        <pc:sldMkLst>
          <pc:docMk/>
          <pc:sldMk cId="2561448190" sldId="273"/>
        </pc:sldMkLst>
        <pc:spChg chg="del">
          <ac:chgData name="lsk870020@gmail.com" userId="2febd9b4c272fbde" providerId="LiveId" clId="{FCBD5DFC-3241-4113-B4A2-8A215F6BE078}" dt="2026-07-19T16:19:46.874" v="40" actId="478"/>
          <ac:spMkLst>
            <pc:docMk/>
            <pc:sldMk cId="2561448190" sldId="273"/>
            <ac:spMk id="7" creationId="{6800E46B-4982-AE4F-1396-BFCB1CBE47C8}"/>
          </ac:spMkLst>
        </pc:spChg>
        <pc:graphicFrameChg chg="add del modGraphic">
          <ac:chgData name="lsk870020@gmail.com" userId="2febd9b4c272fbde" providerId="LiveId" clId="{FCBD5DFC-3241-4113-B4A2-8A215F6BE078}" dt="2026-07-19T16:20:14.183" v="44" actId="3680"/>
          <ac:graphicFrameMkLst>
            <pc:docMk/>
            <pc:sldMk cId="2561448190" sldId="273"/>
            <ac:graphicFrameMk id="2" creationId="{4A215010-8953-CC99-C265-A0A42DCDA05C}"/>
          </ac:graphicFrameMkLst>
        </pc:graphicFrameChg>
        <pc:graphicFrameChg chg="add mod">
          <ac:chgData name="lsk870020@gmail.com" userId="2febd9b4c272fbde" providerId="LiveId" clId="{FCBD5DFC-3241-4113-B4A2-8A215F6BE078}" dt="2026-07-19T16:20:30.468" v="47" actId="1076"/>
          <ac:graphicFrameMkLst>
            <pc:docMk/>
            <pc:sldMk cId="2561448190" sldId="273"/>
            <ac:graphicFrameMk id="3" creationId="{2BE372E7-5209-D008-3B0E-B0D10EFABAD4}"/>
          </ac:graphicFrameMkLst>
        </pc:graphicFrameChg>
        <pc:graphicFrameChg chg="add mod modGraphic">
          <ac:chgData name="lsk870020@gmail.com" userId="2febd9b4c272fbde" providerId="LiveId" clId="{FCBD5DFC-3241-4113-B4A2-8A215F6BE078}" dt="2026-07-19T16:20:56.522" v="50" actId="12"/>
          <ac:graphicFrameMkLst>
            <pc:docMk/>
            <pc:sldMk cId="2561448190" sldId="273"/>
            <ac:graphicFrameMk id="6" creationId="{DCADB156-2226-295A-EC62-254420E984B9}"/>
          </ac:graphicFrameMkLst>
        </pc:graphicFrameChg>
      </pc:sldChg>
      <pc:sldChg chg="modSp mod">
        <pc:chgData name="lsk870020@gmail.com" userId="2febd9b4c272fbde" providerId="LiveId" clId="{FCBD5DFC-3241-4113-B4A2-8A215F6BE078}" dt="2026-07-19T16:16:30.569" v="27" actId="20577"/>
        <pc:sldMkLst>
          <pc:docMk/>
          <pc:sldMk cId="1993786866" sldId="291"/>
        </pc:sldMkLst>
        <pc:spChg chg="mod">
          <ac:chgData name="lsk870020@gmail.com" userId="2febd9b4c272fbde" providerId="LiveId" clId="{FCBD5DFC-3241-4113-B4A2-8A215F6BE078}" dt="2026-07-19T16:16:22.218" v="26" actId="2711"/>
          <ac:spMkLst>
            <pc:docMk/>
            <pc:sldMk cId="1993786866" sldId="291"/>
            <ac:spMk id="3" creationId="{B4C2FDA0-6F14-95CC-C28D-AFB512F96C1C}"/>
          </ac:spMkLst>
        </pc:spChg>
        <pc:spChg chg="mod">
          <ac:chgData name="lsk870020@gmail.com" userId="2febd9b4c272fbde" providerId="LiveId" clId="{FCBD5DFC-3241-4113-B4A2-8A215F6BE078}" dt="2026-07-19T16:16:30.569" v="27" actId="20577"/>
          <ac:spMkLst>
            <pc:docMk/>
            <pc:sldMk cId="1993786866" sldId="291"/>
            <ac:spMk id="5" creationId="{BB3B50E4-CEB7-3CF8-588F-B289EDB0A5C1}"/>
          </ac:spMkLst>
        </pc:spChg>
        <pc:spChg chg="mod">
          <ac:chgData name="lsk870020@gmail.com" userId="2febd9b4c272fbde" providerId="LiveId" clId="{FCBD5DFC-3241-4113-B4A2-8A215F6BE078}" dt="2026-07-19T16:15:51.654" v="24" actId="20577"/>
          <ac:spMkLst>
            <pc:docMk/>
            <pc:sldMk cId="1993786866" sldId="291"/>
            <ac:spMk id="7" creationId="{EF253227-A697-F3C3-46D2-424403263327}"/>
          </ac:spMkLst>
        </pc:spChg>
      </pc:sldChg>
      <pc:sldChg chg="modSp mod">
        <pc:chgData name="lsk870020@gmail.com" userId="2febd9b4c272fbde" providerId="LiveId" clId="{FCBD5DFC-3241-4113-B4A2-8A215F6BE078}" dt="2026-07-19T16:18:56.511" v="37" actId="5793"/>
        <pc:sldMkLst>
          <pc:docMk/>
          <pc:sldMk cId="3061015147" sldId="292"/>
        </pc:sldMkLst>
        <pc:spChg chg="mod">
          <ac:chgData name="lsk870020@gmail.com" userId="2febd9b4c272fbde" providerId="LiveId" clId="{FCBD5DFC-3241-4113-B4A2-8A215F6BE078}" dt="2026-07-19T16:18:56.511" v="37" actId="5793"/>
          <ac:spMkLst>
            <pc:docMk/>
            <pc:sldMk cId="3061015147" sldId="292"/>
            <ac:spMk id="3" creationId="{72FD2F72-46F7-0094-5E70-F51A9905D08F}"/>
          </ac:spMkLst>
        </pc:spChg>
      </pc:sldChg>
      <pc:sldChg chg="del">
        <pc:chgData name="lsk870020@gmail.com" userId="2febd9b4c272fbde" providerId="LiveId" clId="{FCBD5DFC-3241-4113-B4A2-8A215F6BE078}" dt="2026-07-19T16:30:30.660" v="189" actId="47"/>
        <pc:sldMkLst>
          <pc:docMk/>
          <pc:sldMk cId="1061651830" sldId="303"/>
        </pc:sldMkLst>
      </pc:sldChg>
      <pc:sldChg chg="modSp mod">
        <pc:chgData name="lsk870020@gmail.com" userId="2febd9b4c272fbde" providerId="LiveId" clId="{FCBD5DFC-3241-4113-B4A2-8A215F6BE078}" dt="2026-07-19T16:23:06.232" v="78" actId="12"/>
        <pc:sldMkLst>
          <pc:docMk/>
          <pc:sldMk cId="3614961" sldId="304"/>
        </pc:sldMkLst>
        <pc:spChg chg="mod">
          <ac:chgData name="lsk870020@gmail.com" userId="2febd9b4c272fbde" providerId="LiveId" clId="{FCBD5DFC-3241-4113-B4A2-8A215F6BE078}" dt="2026-07-19T16:23:06.232" v="78" actId="12"/>
          <ac:spMkLst>
            <pc:docMk/>
            <pc:sldMk cId="3614961" sldId="304"/>
            <ac:spMk id="2" creationId="{1C5CF513-E39A-3189-C610-AA12DE835C1F}"/>
          </ac:spMkLst>
        </pc:spChg>
      </pc:sldChg>
      <pc:sldChg chg="del">
        <pc:chgData name="lsk870020@gmail.com" userId="2febd9b4c272fbde" providerId="LiveId" clId="{FCBD5DFC-3241-4113-B4A2-8A215F6BE078}" dt="2026-07-19T16:30:34.563" v="190" actId="47"/>
        <pc:sldMkLst>
          <pc:docMk/>
          <pc:sldMk cId="412884963" sldId="305"/>
        </pc:sldMkLst>
      </pc:sldChg>
      <pc:sldChg chg="addSp modSp mod">
        <pc:chgData name="lsk870020@gmail.com" userId="2febd9b4c272fbde" providerId="LiveId" clId="{FCBD5DFC-3241-4113-B4A2-8A215F6BE078}" dt="2026-07-19T16:26:57.956" v="135" actId="207"/>
        <pc:sldMkLst>
          <pc:docMk/>
          <pc:sldMk cId="1146531495" sldId="306"/>
        </pc:sldMkLst>
        <pc:spChg chg="mod">
          <ac:chgData name="lsk870020@gmail.com" userId="2febd9b4c272fbde" providerId="LiveId" clId="{FCBD5DFC-3241-4113-B4A2-8A215F6BE078}" dt="2026-07-19T16:26:57.956" v="135" actId="207"/>
          <ac:spMkLst>
            <pc:docMk/>
            <pc:sldMk cId="1146531495" sldId="306"/>
            <ac:spMk id="2" creationId="{4116BB49-40E7-BFA8-A16A-D9251D755791}"/>
          </ac:spMkLst>
        </pc:spChg>
        <pc:spChg chg="add mod">
          <ac:chgData name="lsk870020@gmail.com" userId="2febd9b4c272fbde" providerId="LiveId" clId="{FCBD5DFC-3241-4113-B4A2-8A215F6BE078}" dt="2026-07-19T16:26:21.702" v="124" actId="1076"/>
          <ac:spMkLst>
            <pc:docMk/>
            <pc:sldMk cId="1146531495" sldId="306"/>
            <ac:spMk id="3" creationId="{0941A5F9-39EE-C246-C099-3C1D98984CC7}"/>
          </ac:spMkLst>
        </pc:spChg>
        <pc:spChg chg="mod">
          <ac:chgData name="lsk870020@gmail.com" userId="2febd9b4c272fbde" providerId="LiveId" clId="{FCBD5DFC-3241-4113-B4A2-8A215F6BE078}" dt="2026-07-19T16:26:39.539" v="127" actId="1076"/>
          <ac:spMkLst>
            <pc:docMk/>
            <pc:sldMk cId="1146531495" sldId="306"/>
            <ac:spMk id="7" creationId="{2A28C3B3-1857-A78E-4274-1B4914B7D52C}"/>
          </ac:spMkLst>
        </pc:spChg>
      </pc:sldChg>
      <pc:sldChg chg="modSp mod">
        <pc:chgData name="lsk870020@gmail.com" userId="2febd9b4c272fbde" providerId="LiveId" clId="{FCBD5DFC-3241-4113-B4A2-8A215F6BE078}" dt="2026-07-19T16:22:36.822" v="75" actId="1076"/>
        <pc:sldMkLst>
          <pc:docMk/>
          <pc:sldMk cId="2730817285" sldId="308"/>
        </pc:sldMkLst>
        <pc:spChg chg="mod">
          <ac:chgData name="lsk870020@gmail.com" userId="2febd9b4c272fbde" providerId="LiveId" clId="{FCBD5DFC-3241-4113-B4A2-8A215F6BE078}" dt="2026-07-19T16:22:36.822" v="75" actId="1076"/>
          <ac:spMkLst>
            <pc:docMk/>
            <pc:sldMk cId="2730817285" sldId="308"/>
            <ac:spMk id="6" creationId="{F8405A92-6B9C-AD15-C469-C9628B7BB006}"/>
          </ac:spMkLst>
        </pc:spChg>
        <pc:spChg chg="mod">
          <ac:chgData name="lsk870020@gmail.com" userId="2febd9b4c272fbde" providerId="LiveId" clId="{FCBD5DFC-3241-4113-B4A2-8A215F6BE078}" dt="2026-07-19T16:21:55.417" v="65" actId="207"/>
          <ac:spMkLst>
            <pc:docMk/>
            <pc:sldMk cId="2730817285" sldId="308"/>
            <ac:spMk id="162" creationId="{DE63BE6A-27A6-63AB-37AB-0B4185421A42}"/>
          </ac:spMkLst>
        </pc:spChg>
        <pc:picChg chg="mod">
          <ac:chgData name="lsk870020@gmail.com" userId="2febd9b4c272fbde" providerId="LiveId" clId="{FCBD5DFC-3241-4113-B4A2-8A215F6BE078}" dt="2026-07-19T16:22:17.420" v="70" actId="1076"/>
          <ac:picMkLst>
            <pc:docMk/>
            <pc:sldMk cId="2730817285" sldId="308"/>
            <ac:picMk id="2" creationId="{E1417F83-D32B-774D-0E93-4A11EEC0113C}"/>
          </ac:picMkLst>
        </pc:picChg>
      </pc:sldChg>
      <pc:sldChg chg="addSp delSp modSp mod">
        <pc:chgData name="lsk870020@gmail.com" userId="2febd9b4c272fbde" providerId="LiveId" clId="{FCBD5DFC-3241-4113-B4A2-8A215F6BE078}" dt="2026-07-19T16:30:06.443" v="187" actId="1076"/>
        <pc:sldMkLst>
          <pc:docMk/>
          <pc:sldMk cId="3374049748" sldId="312"/>
        </pc:sldMkLst>
        <pc:spChg chg="mod">
          <ac:chgData name="lsk870020@gmail.com" userId="2febd9b4c272fbde" providerId="LiveId" clId="{FCBD5DFC-3241-4113-B4A2-8A215F6BE078}" dt="2026-07-19T16:28:02.139" v="155" actId="1076"/>
          <ac:spMkLst>
            <pc:docMk/>
            <pc:sldMk cId="3374049748" sldId="312"/>
            <ac:spMk id="2" creationId="{FAF864EB-18BD-2729-5E87-F8E11A2BA288}"/>
          </ac:spMkLst>
        </pc:spChg>
        <pc:spChg chg="add del mod">
          <ac:chgData name="lsk870020@gmail.com" userId="2febd9b4c272fbde" providerId="LiveId" clId="{FCBD5DFC-3241-4113-B4A2-8A215F6BE078}" dt="2026-07-19T16:28:15.941" v="161" actId="47"/>
          <ac:spMkLst>
            <pc:docMk/>
            <pc:sldMk cId="3374049748" sldId="312"/>
            <ac:spMk id="6" creationId="{3FC5B02C-2819-FF6D-15E3-CD25ED1EC46A}"/>
          </ac:spMkLst>
        </pc:spChg>
        <pc:spChg chg="add del">
          <ac:chgData name="lsk870020@gmail.com" userId="2febd9b4c272fbde" providerId="LiveId" clId="{FCBD5DFC-3241-4113-B4A2-8A215F6BE078}" dt="2026-07-19T16:28:15.600" v="160" actId="22"/>
          <ac:spMkLst>
            <pc:docMk/>
            <pc:sldMk cId="3374049748" sldId="312"/>
            <ac:spMk id="9" creationId="{2D91DBD0-938E-54F7-F7C6-E463F65A3A05}"/>
          </ac:spMkLst>
        </pc:spChg>
        <pc:spChg chg="add del mod">
          <ac:chgData name="lsk870020@gmail.com" userId="2febd9b4c272fbde" providerId="LiveId" clId="{FCBD5DFC-3241-4113-B4A2-8A215F6BE078}" dt="2026-07-19T16:28:21.853" v="164"/>
          <ac:spMkLst>
            <pc:docMk/>
            <pc:sldMk cId="3374049748" sldId="312"/>
            <ac:spMk id="10" creationId="{F0BF8808-EDD0-9B9E-4950-B2DEBEE2B3B7}"/>
          </ac:spMkLst>
        </pc:spChg>
        <pc:spChg chg="add mod">
          <ac:chgData name="lsk870020@gmail.com" userId="2febd9b4c272fbde" providerId="LiveId" clId="{FCBD5DFC-3241-4113-B4A2-8A215F6BE078}" dt="2026-07-19T16:30:00.772" v="186" actId="1076"/>
          <ac:spMkLst>
            <pc:docMk/>
            <pc:sldMk cId="3374049748" sldId="312"/>
            <ac:spMk id="11" creationId="{F0D32558-C827-1E29-E8B4-75BB8BD18441}"/>
          </ac:spMkLst>
        </pc:spChg>
        <pc:spChg chg="add mod">
          <ac:chgData name="lsk870020@gmail.com" userId="2febd9b4c272fbde" providerId="LiveId" clId="{FCBD5DFC-3241-4113-B4A2-8A215F6BE078}" dt="2026-07-19T16:30:06.443" v="187" actId="1076"/>
          <ac:spMkLst>
            <pc:docMk/>
            <pc:sldMk cId="3374049748" sldId="312"/>
            <ac:spMk id="12" creationId="{910C2C1E-CFBF-B848-DDA2-5CCE85FEFFF3}"/>
          </ac:spMkLst>
        </pc:spChg>
        <pc:graphicFrameChg chg="del mod">
          <ac:chgData name="lsk870020@gmail.com" userId="2febd9b4c272fbde" providerId="LiveId" clId="{FCBD5DFC-3241-4113-B4A2-8A215F6BE078}" dt="2026-07-19T16:27:07.600" v="136" actId="478"/>
          <ac:graphicFrameMkLst>
            <pc:docMk/>
            <pc:sldMk cId="3374049748" sldId="312"/>
            <ac:graphicFrameMk id="3" creationId="{72FE6A71-0C0A-3913-310E-6B68D9617975}"/>
          </ac:graphicFrameMkLst>
        </pc:graphicFrameChg>
      </pc:sldChg>
      <pc:sldChg chg="del">
        <pc:chgData name="lsk870020@gmail.com" userId="2febd9b4c272fbde" providerId="LiveId" clId="{FCBD5DFC-3241-4113-B4A2-8A215F6BE078}" dt="2026-07-19T16:21:32.532" v="56" actId="47"/>
        <pc:sldMkLst>
          <pc:docMk/>
          <pc:sldMk cId="454165704" sldId="313"/>
        </pc:sldMkLst>
      </pc:sldChg>
      <pc:sldChg chg="add del">
        <pc:chgData name="lsk870020@gmail.com" userId="2febd9b4c272fbde" providerId="LiveId" clId="{FCBD5DFC-3241-4113-B4A2-8A215F6BE078}" dt="2026-07-19T16:21:28.867" v="53" actId="47"/>
        <pc:sldMkLst>
          <pc:docMk/>
          <pc:sldMk cId="1308201669" sldId="314"/>
        </pc:sldMkLst>
      </pc:sldChg>
      <pc:sldChg chg="del">
        <pc:chgData name="lsk870020@gmail.com" userId="2febd9b4c272fbde" providerId="LiveId" clId="{FCBD5DFC-3241-4113-B4A2-8A215F6BE078}" dt="2026-07-19T16:21:22.714" v="51" actId="47"/>
        <pc:sldMkLst>
          <pc:docMk/>
          <pc:sldMk cId="2565162202" sldId="315"/>
        </pc:sldMkLst>
      </pc:sldChg>
      <pc:sldChg chg="del">
        <pc:chgData name="lsk870020@gmail.com" userId="2febd9b4c272fbde" providerId="LiveId" clId="{FCBD5DFC-3241-4113-B4A2-8A215F6BE078}" dt="2026-07-19T16:21:31.668" v="55" actId="47"/>
        <pc:sldMkLst>
          <pc:docMk/>
          <pc:sldMk cId="3504600803" sldId="316"/>
        </pc:sldMkLst>
      </pc:sldChg>
      <pc:sldChg chg="del">
        <pc:chgData name="lsk870020@gmail.com" userId="2febd9b4c272fbde" providerId="LiveId" clId="{FCBD5DFC-3241-4113-B4A2-8A215F6BE078}" dt="2026-07-19T16:21:33.578" v="57" actId="47"/>
        <pc:sldMkLst>
          <pc:docMk/>
          <pc:sldMk cId="3208237054" sldId="317"/>
        </pc:sldMkLst>
      </pc:sldChg>
      <pc:sldChg chg="modSp mod">
        <pc:chgData name="lsk870020@gmail.com" userId="2febd9b4c272fbde" providerId="LiveId" clId="{FCBD5DFC-3241-4113-B4A2-8A215F6BE078}" dt="2026-07-19T16:24:06.270" v="91" actId="1076"/>
        <pc:sldMkLst>
          <pc:docMk/>
          <pc:sldMk cId="3542642343" sldId="319"/>
        </pc:sldMkLst>
        <pc:spChg chg="mod">
          <ac:chgData name="lsk870020@gmail.com" userId="2febd9b4c272fbde" providerId="LiveId" clId="{FCBD5DFC-3241-4113-B4A2-8A215F6BE078}" dt="2026-07-19T16:24:06.270" v="91" actId="1076"/>
          <ac:spMkLst>
            <pc:docMk/>
            <pc:sldMk cId="3542642343" sldId="319"/>
            <ac:spMk id="3" creationId="{A20DDC1C-2083-1995-E167-4F8BE18CFCAC}"/>
          </ac:spMkLst>
        </pc:spChg>
      </pc:sldChg>
      <pc:sldChg chg="del">
        <pc:chgData name="lsk870020@gmail.com" userId="2febd9b4c272fbde" providerId="LiveId" clId="{FCBD5DFC-3241-4113-B4A2-8A215F6BE078}" dt="2026-07-19T16:21:34.358" v="58" actId="47"/>
        <pc:sldMkLst>
          <pc:docMk/>
          <pc:sldMk cId="2817983406" sldId="320"/>
        </pc:sldMkLst>
      </pc:sldChg>
      <pc:sldChg chg="del">
        <pc:chgData name="lsk870020@gmail.com" userId="2febd9b4c272fbde" providerId="LiveId" clId="{FCBD5DFC-3241-4113-B4A2-8A215F6BE078}" dt="2026-07-19T16:21:34.792" v="59" actId="47"/>
        <pc:sldMkLst>
          <pc:docMk/>
          <pc:sldMk cId="33391092" sldId="321"/>
        </pc:sldMkLst>
      </pc:sldChg>
      <pc:sldChg chg="modSp mod">
        <pc:chgData name="lsk870020@gmail.com" userId="2febd9b4c272fbde" providerId="LiveId" clId="{FCBD5DFC-3241-4113-B4A2-8A215F6BE078}" dt="2026-07-19T16:17:16.630" v="32" actId="1076"/>
        <pc:sldMkLst>
          <pc:docMk/>
          <pc:sldMk cId="2929382448" sldId="322"/>
        </pc:sldMkLst>
        <pc:spChg chg="mod">
          <ac:chgData name="lsk870020@gmail.com" userId="2febd9b4c272fbde" providerId="LiveId" clId="{FCBD5DFC-3241-4113-B4A2-8A215F6BE078}" dt="2026-07-19T16:17:16.630" v="32" actId="1076"/>
          <ac:spMkLst>
            <pc:docMk/>
            <pc:sldMk cId="2929382448" sldId="322"/>
            <ac:spMk id="3" creationId="{8F16571C-3D3F-ED9F-2524-45180F760B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0BE2D-ED98-4575-94C3-74FD3E97F42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948F-4DC2-48B6-A5F6-38342A4BA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941E738-DDE0-28C1-FE5C-1E329B32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>
            <a:extLst>
              <a:ext uri="{FF2B5EF4-FFF2-40B4-BE49-F238E27FC236}">
                <a16:creationId xmlns:a16="http://schemas.microsoft.com/office/drawing/2014/main" id="{00EF6A20-7ED4-9243-C094-FBBEED6F0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82b4526a9a_0_326:notes">
            <a:extLst>
              <a:ext uri="{FF2B5EF4-FFF2-40B4-BE49-F238E27FC236}">
                <a16:creationId xmlns:a16="http://schemas.microsoft.com/office/drawing/2014/main" id="{C1183007-A245-C3B9-2D18-FFD1E9E3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982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48B91E2F-9AFF-D821-8EDB-39B6DB1A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>
            <a:extLst>
              <a:ext uri="{FF2B5EF4-FFF2-40B4-BE49-F238E27FC236}">
                <a16:creationId xmlns:a16="http://schemas.microsoft.com/office/drawing/2014/main" id="{84316678-E8DB-B464-FA24-EF473231B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82b4526a9a_0_326:notes">
            <a:extLst>
              <a:ext uri="{FF2B5EF4-FFF2-40B4-BE49-F238E27FC236}">
                <a16:creationId xmlns:a16="http://schemas.microsoft.com/office/drawing/2014/main" id="{A446B0C7-B882-D2F8-87D5-5FC3C0099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733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C50D908A-BF7D-E317-3334-CDD5271A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>
            <a:extLst>
              <a:ext uri="{FF2B5EF4-FFF2-40B4-BE49-F238E27FC236}">
                <a16:creationId xmlns:a16="http://schemas.microsoft.com/office/drawing/2014/main" id="{0C004D4C-0C30-1E2A-A073-F5FF5D50EB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82b4526a9a_0_326:notes">
            <a:extLst>
              <a:ext uri="{FF2B5EF4-FFF2-40B4-BE49-F238E27FC236}">
                <a16:creationId xmlns:a16="http://schemas.microsoft.com/office/drawing/2014/main" id="{133C5588-D469-AD62-BD50-A5E8027318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02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8FC8-F22D-FE62-F50E-790F95D1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D97C3-A51B-E88E-5351-8C1227AB7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DC83-7D83-7B9F-DC93-875C7469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100EE-E4F3-4324-879C-EC1368065B39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D432-DC45-0757-11D8-84B6CEC7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EFCB-5399-90FD-8953-36F72C6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D0FD-DFD6-3A6D-C8B4-CF98138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E80-2D3F-5EFA-C9B3-48F72B46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DA04-6747-B068-A676-A09653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128E6-63EA-4FD2-ADCE-A1CA96953001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74E0-132B-13DF-C688-94D0D2EB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58A0-F397-96CE-413F-12EE5D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0FF-AD2A-A14A-7D11-238E8E14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94DDD-CA94-1117-C2A0-E47CD6F9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030A-67C3-080A-49FE-967A67E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49916-65AA-4FD6-8FAE-703ED2911D1E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72CE-9771-12EF-6FBC-DCE67013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E1A7-F7F5-6652-E86A-E2C0FCC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0D78-38EB-F69C-2035-0E8A0BB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0786-C25B-7934-BE12-57924B0A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04EB-6A6E-64CE-6D08-A96B54377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AAB3-FAE2-C352-0DB6-08E5DC1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B466D-DF49-4BD8-9CC9-80BA3A154F8F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4A34-5708-2512-3D6B-7D9087E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C9CF-E1CB-EC75-7E77-DB7854A6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A1C-60AA-C806-B3CA-2BD237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4F1A-A513-347D-38E7-BF37E5D9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48FD-5DED-82A6-8BAC-0CD7CD194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FC93B-C1AF-8B98-6391-22F9CF24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7DED-12D2-63C1-8698-6F215C57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657CA-9239-6BA3-93D6-F1D23A5C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F650-2322-45B7-A74F-548BE2DDEAE1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BAE0-5344-32B1-CF66-686D9C6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8E71-6644-B0B7-0CAA-A208061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45F-E401-2F2B-87CB-AD78FB6D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3BF37-4325-B942-ADA0-CDDD1E0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472CE-AF51-4DDA-BF2D-C5282CDA38DD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49CF3-2A9D-C97A-5DF9-4659EF9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EC7A-DECF-0C41-88E1-61F409F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12061-6F16-628D-EB83-639603EA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5DE2-28D4-4DC3-9E09-8E7414EBA005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23DB-DD08-CADB-C2FE-13BE22FE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5B9E-1054-8BDA-3F26-D3751E1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9369-FD04-3571-F601-057D807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1F86-C013-0A35-61C8-6DD03F23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DC90E-3EBC-2557-CFDD-A4A8F2A2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D388-862E-8E6D-4CA2-9BCA954A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4134-819B-4685-9035-C4A7A62A0712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975F-A208-8978-BA09-AAC44987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0D4-D202-CFC1-8C6D-3E89AF10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1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DD26-06D5-F5F3-6708-C8A4268B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5FBB6-B888-B536-F92B-DE577909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308-2FB2-583E-1336-C9344EC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6C97-D711-04C1-B797-E9453644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A15D0-7EB7-40CF-83DF-09EE3E188D31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E349-4152-A050-DB15-10806DA0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18B7-5EF5-1B1B-1D35-4D768328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4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295-692D-42E5-9F59-DD79A9C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9F344-56D9-E3EB-6919-972FFB26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E289-A81F-7611-E90B-D1A4C08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95703-4D68-4F77-B787-7C136449F3D3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B38A-5609-E72E-9856-55BB564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38C5-2C8B-BFA1-665B-9E1C6DCC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684ED-F7C9-4D0E-7567-51E7385D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4335C-6AE9-9C31-FABC-7B85AA4E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EA0A-CF68-9B44-4B8C-FEC5067A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C16EE-20EA-46A4-B115-8F7E6E2BB8E2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123-9EE0-0D16-9D8A-1461FB1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0494-BD1F-73D6-9CAD-D5CF8C5B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6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318" y="104799"/>
            <a:ext cx="11965369" cy="656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20004" y="1774317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20004" y="4090368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720004" y="2436315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20004" y="4752367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5800" y="873067"/>
            <a:ext cx="11431600" cy="8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34" y="262234"/>
            <a:ext cx="11526669" cy="41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80C5-D524-B95D-B3BE-6A81E033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23D4-F343-AB2C-A3F3-F9AF43AA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C8F0-CBB5-A55F-182B-C9586155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69BA2-FF0C-4318-94F4-25A865A650E2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ADA4-895D-8499-E54C-13470D3E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94AD-A2DC-534A-5D4A-2C100B29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26" y="1425989"/>
            <a:ext cx="10874925" cy="2251355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  <a:t>Designing Efficient Regular Expression Patterns for Information Extraction</a:t>
            </a:r>
            <a:br>
              <a:rPr lang="en-IN" sz="2800" b="1" dirty="0">
                <a:latin typeface="Times" panose="02020603050405020304" pitchFamily="18" charset="0"/>
                <a:cs typeface="Times" panose="02020603050405020304" pitchFamily="18" charset="0"/>
              </a:rPr>
            </a:br>
            <a:br>
              <a:rPr lang="en-US" sz="2800" dirty="0">
                <a:latin typeface="Times" panose="02020603050405020304" pitchFamily="18" charset="0"/>
                <a:cs typeface="Times" panose="02020603050405020304" pitchFamily="18" charset="0"/>
              </a:rPr>
            </a:br>
            <a:br>
              <a:rPr lang="en-US" sz="2500" b="1" dirty="0"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IN" sz="24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ITA0546-COMPUTER VISION FOR AUTONOMOUS VEHICLES </a:t>
            </a:r>
            <a:endParaRPr lang="en-IN" sz="2500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636069" y="4223994"/>
            <a:ext cx="538352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6636275" y="4223994"/>
            <a:ext cx="537238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 dirty="0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dirty="0">
                <a:latin typeface="Times New Roman"/>
                <a:cs typeface="Times New Roman"/>
              </a:rPr>
              <a:t>L. Sanjay Kumar(192425226)</a:t>
            </a:r>
          </a:p>
          <a:p>
            <a:endParaRPr lang="en-IN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1C7D-7407-9AC7-3C8B-1A54ACD3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DB44-38A8-B3BF-EF64-F73AE2C68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9C00066F-9063-5EA4-235A-59E57336F3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7A23C8D4-75E7-19C0-B63A-355C607972F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3A9FA2-080D-4E6F-A0A2-754F229D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16571C-3D3F-ED9F-2524-45180F760B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9827" y="1599436"/>
            <a:ext cx="10986600" cy="497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What is Information Extraction (IE)?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Information Extraction (IE) is the process of automatically identifying and extracting meaningful information from unstructured or semi-structured text. 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It transforms raw textual data into structured information that can be stored in databases or used for analysis. 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IE eliminates the need for manual data entry, reducing time and human errors. 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It is an essential component of text mining, data analytics, and natural language processing (NLP). </a:t>
            </a:r>
          </a:p>
          <a:p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Why is Information Extraction Important?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Converts large volumes of text into useful information. 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Improves decision-making by providing structured data. 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Supports automation in business and research. </a:t>
            </a:r>
          </a:p>
          <a:p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Enables efficient searching, filtering, and categorization of documents.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38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C3865-CD8D-0C44-37BF-57C70F38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D2679-B1BF-4E75-25FB-D1B1D72F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7E4B5-1DD7-D612-0FBA-E4531592FF23}"/>
              </a:ext>
            </a:extLst>
          </p:cNvPr>
          <p:cNvSpPr txBox="1"/>
          <p:nvPr/>
        </p:nvSpPr>
        <p:spPr>
          <a:xfrm>
            <a:off x="1443727" y="352322"/>
            <a:ext cx="9072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 descr="10 best factors to consider to choose a WordPress theme">
            <a:extLst>
              <a:ext uri="{FF2B5EF4-FFF2-40B4-BE49-F238E27FC236}">
                <a16:creationId xmlns:a16="http://schemas.microsoft.com/office/drawing/2014/main" id="{200B88F3-510C-9FF1-26E1-B1B6BB32F3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1" r="-323" b="303"/>
          <a:stretch>
            <a:fillRect/>
          </a:stretch>
        </p:blipFill>
        <p:spPr>
          <a:xfrm>
            <a:off x="588697" y="1857650"/>
            <a:ext cx="3490324" cy="365894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EE903E5-3FD0-8094-473B-C7AB0DF0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FD2F72-46F7-0094-5E70-F51A9905D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511" y="1975540"/>
            <a:ext cx="7119792" cy="353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What is a Regular Expression?</a:t>
            </a:r>
          </a:p>
          <a:p>
            <a:endParaRPr lang="en-IN" sz="2400" b="1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 Regular Expression (Regex) is a sequence of characters that defines a search pattern.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It is used to locate, validate, extract, and manipulate text based on predefined rules.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Regex is supported by most programming languages, including Python, Java, JavaScript, C#, and R.</a:t>
            </a:r>
          </a:p>
          <a:p>
            <a:pPr marL="457200" lvl="0" indent="-4572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015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23AC6-7208-AE5C-807F-2667BBE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64EB-18BD-2729-5E87-F8E11A2B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786" y="315711"/>
            <a:ext cx="6948428" cy="838200"/>
          </a:xfrm>
        </p:spPr>
        <p:txBody>
          <a:bodyPr>
            <a:no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Designing Efficient Regex Patterns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9532506-187B-45A4-3F3B-1FA7FD3742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5278D1E0-2455-4189-1413-AD7BAEC7D9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CD7CCC-081C-CA48-C34E-73824B633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C5B02C-2819-FF6D-15E3-CD25ED1EC46A}"/>
              </a:ext>
            </a:extLst>
          </p:cNvPr>
          <p:cNvSpPr txBox="1"/>
          <p:nvPr/>
        </p:nvSpPr>
        <p:spPr>
          <a:xfrm>
            <a:off x="1688123" y="35470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32558-C827-1E29-E8B4-75BB8BD18441}"/>
              </a:ext>
            </a:extLst>
          </p:cNvPr>
          <p:cNvSpPr txBox="1"/>
          <p:nvPr/>
        </p:nvSpPr>
        <p:spPr>
          <a:xfrm>
            <a:off x="5808508" y="2058267"/>
            <a:ext cx="622575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Key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Keep expressions simple and easy to understand.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Match only the required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Avoid excessive use of wildcards (.*) to improve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Use character classes for better precision.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Validate extracted information before storing it.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Test patterns against multiple datasets.</a:t>
            </a:r>
          </a:p>
          <a:p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C2C1E-CFBF-B848-DDA2-5CCE85FEFFF3}"/>
              </a:ext>
            </a:extLst>
          </p:cNvPr>
          <p:cNvSpPr txBox="1"/>
          <p:nvPr/>
        </p:nvSpPr>
        <p:spPr>
          <a:xfrm>
            <a:off x="487980" y="1832035"/>
            <a:ext cx="500329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Characteristics of an Efficient Regex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High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Fast execution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Easy maintenance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Minimal false matches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Scalable for large datasets </a:t>
            </a:r>
          </a:p>
          <a:p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Faster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Reduced computational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Better readability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Improved extraction accuracy</a:t>
            </a:r>
          </a:p>
          <a:p>
            <a:endParaRPr lang="en-IN" sz="24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049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F806-1B06-B0BF-578A-1209BA89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BAEA03-84CF-9922-7C9C-E2C723BE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1B738-1440-4584-7819-D747BCE5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16BB49-40E7-BFA8-A16A-D9251D755791}"/>
              </a:ext>
            </a:extLst>
          </p:cNvPr>
          <p:cNvSpPr txBox="1"/>
          <p:nvPr/>
        </p:nvSpPr>
        <p:spPr>
          <a:xfrm>
            <a:off x="1443727" y="305875"/>
            <a:ext cx="9072962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Applications in Text Mining</a:t>
            </a:r>
            <a:endParaRPr lang="en-US" sz="72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901B7-02D3-09C6-A39A-3EFFAB96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A28C3B3-1857-A78E-4274-1B4914B7D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223" y="1550829"/>
            <a:ext cx="6641898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Regex in Text Mining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Regular expressions play a crucial role in extracting meaningful patterns from textual data before further analysis.</a:t>
            </a:r>
          </a:p>
          <a:p>
            <a:r>
              <a:rPr lang="en-IN" sz="2200" b="1" dirty="0">
                <a:latin typeface="Times" panose="02020603050405020304" pitchFamily="18" charset="0"/>
                <a:cs typeface="Times" panose="02020603050405020304" pitchFamily="18" charset="0"/>
              </a:rPr>
              <a:t>Major Applications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Resume Information Extraction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Email Filtering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Spam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Customer Feedback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Social Media Monitoring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Log File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Healthcare Record Processing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Financial Document Processing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Web Scraping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" panose="02020603050405020304" pitchFamily="18" charset="0"/>
                <a:cs typeface="Times" panose="02020603050405020304" pitchFamily="18" charset="0"/>
              </a:rPr>
              <a:t>Search Engine Indexing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1A5F9-39EE-C246-C099-3C1D98984CC7}"/>
              </a:ext>
            </a:extLst>
          </p:cNvPr>
          <p:cNvSpPr txBox="1"/>
          <p:nvPr/>
        </p:nvSpPr>
        <p:spPr>
          <a:xfrm>
            <a:off x="7264121" y="1738365"/>
            <a:ext cx="34205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" panose="02020603050405020304" pitchFamily="18" charset="0"/>
                <a:cs typeface="Times" panose="02020603050405020304" pitchFamily="18" charset="0"/>
              </a:rPr>
              <a:t>Industries Using Regex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Banking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Healthcare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E-commerce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Cybersecurity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Human Resources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Digital Marketing </a:t>
            </a:r>
          </a:p>
        </p:txBody>
      </p:sp>
    </p:spTree>
    <p:extLst>
      <p:ext uri="{BB962C8B-B14F-4D97-AF65-F5344CB8AC3E}">
        <p14:creationId xmlns:p14="http://schemas.microsoft.com/office/powerpoint/2010/main" val="1146531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262CD2EA-AE40-0514-1955-4D61647A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DE63BE6A-27A6-63AB-37AB-0B4185421A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58581" y="216941"/>
            <a:ext cx="7160064" cy="99264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-IN" sz="36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Advantages and Limitations</a:t>
            </a:r>
            <a:endParaRPr sz="3600" b="1" dirty="0">
              <a:solidFill>
                <a:srgbClr val="FF0000"/>
              </a:solidFill>
              <a:latin typeface="Times" panose="02020603050405020304" pitchFamily="18" charset="0"/>
              <a:ea typeface="Times New Roman"/>
              <a:cs typeface="Times" panose="02020603050405020304" pitchFamily="18" charset="0"/>
              <a:sym typeface="Times New Roman"/>
            </a:endParaRPr>
          </a:p>
        </p:txBody>
      </p:sp>
      <p:pic>
        <p:nvPicPr>
          <p:cNvPr id="164" name="Google Shape;164;p21">
            <a:extLst>
              <a:ext uri="{FF2B5EF4-FFF2-40B4-BE49-F238E27FC236}">
                <a16:creationId xmlns:a16="http://schemas.microsoft.com/office/drawing/2014/main" id="{D7C30175-9FEF-486E-8100-3286A0D82C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>
            <a:extLst>
              <a:ext uri="{FF2B5EF4-FFF2-40B4-BE49-F238E27FC236}">
                <a16:creationId xmlns:a16="http://schemas.microsoft.com/office/drawing/2014/main" id="{6F258ACD-BD78-710F-F835-B76D90BB51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" name="Picture 1" descr="Conclusion Vector Outline Icon Design Illustration Assessment Symbol On ...">
            <a:extLst>
              <a:ext uri="{FF2B5EF4-FFF2-40B4-BE49-F238E27FC236}">
                <a16:creationId xmlns:a16="http://schemas.microsoft.com/office/drawing/2014/main" id="{E1417F83-D32B-774D-0E93-4A11EEC01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2076" y="1915338"/>
            <a:ext cx="3414258" cy="302732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6E43C-326B-D2D1-6CDE-E2ADEB57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05A92-6B9C-AD15-C469-C9628B7BB006}"/>
              </a:ext>
            </a:extLst>
          </p:cNvPr>
          <p:cNvSpPr txBox="1"/>
          <p:nvPr/>
        </p:nvSpPr>
        <p:spPr>
          <a:xfrm>
            <a:off x="1193731" y="1507472"/>
            <a:ext cx="675238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Fast pattern matching.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Easy to implement.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Reduces manual effort.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High accuracy for structured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Lightweight with low memory requirements.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Supported by almost every programming language.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Excellent for data validation and cleaning. </a:t>
            </a:r>
          </a:p>
          <a:p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Difficult to write for highly complex patterns.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Hard to understand for beginners.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Performance decreases with overly complex expressions.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Not suitable for understanding context or meaning.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Limited when processing natural language without NLP.</a:t>
            </a:r>
          </a:p>
        </p:txBody>
      </p:sp>
    </p:spTree>
    <p:extLst>
      <p:ext uri="{BB962C8B-B14F-4D97-AF65-F5344CB8AC3E}">
        <p14:creationId xmlns:p14="http://schemas.microsoft.com/office/powerpoint/2010/main" val="2730817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445A1D54-15AF-DA66-40DD-AACBFB15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03706423-1C6A-63FE-EDEC-BE3E82E36FB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1">
            <a:extLst>
              <a:ext uri="{FF2B5EF4-FFF2-40B4-BE49-F238E27FC236}">
                <a16:creationId xmlns:a16="http://schemas.microsoft.com/office/drawing/2014/main" id="{D4417D3E-D16E-0D43-97B5-F06CBE5835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>
            <a:extLst>
              <a:ext uri="{FF2B5EF4-FFF2-40B4-BE49-F238E27FC236}">
                <a16:creationId xmlns:a16="http://schemas.microsoft.com/office/drawing/2014/main" id="{28730042-EEB5-6F36-F0EB-AC6EF7018B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5CF513-E39A-3189-C610-AA12DE835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809" y="2309031"/>
            <a:ext cx="86023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AI-assisted Regex Generation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Intelligent Document Processing (IDP)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Integration with Machine Learning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Natural Language Processing (NLP)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Automated Resume Parsing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Real-Time Data Mining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Big Data Analytics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" panose="02020603050405020304" pitchFamily="18" charset="0"/>
                <a:cs typeface="Times" panose="02020603050405020304" pitchFamily="18" charset="0"/>
              </a:rPr>
              <a:t>Chatbots and Virtual Assistants </a:t>
            </a:r>
          </a:p>
        </p:txBody>
      </p:sp>
      <p:pic>
        <p:nvPicPr>
          <p:cNvPr id="3" name="Picture 2" descr="Premium Vector | Vector Design Eye Recognition Icon Style">
            <a:extLst>
              <a:ext uri="{FF2B5EF4-FFF2-40B4-BE49-F238E27FC236}">
                <a16:creationId xmlns:a16="http://schemas.microsoft.com/office/drawing/2014/main" id="{4AD84C2D-9F52-DED2-1FAB-59CEE3547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35" y="2528047"/>
            <a:ext cx="2743200" cy="27432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B6DE5-019C-B53E-5293-6E686B18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1C5B3CD8-D200-E3EC-DA5F-891766241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02A13B49-C047-0EA4-1E9B-B1934B790DB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pic>
        <p:nvPicPr>
          <p:cNvPr id="164" name="Google Shape;164;p21">
            <a:extLst>
              <a:ext uri="{FF2B5EF4-FFF2-40B4-BE49-F238E27FC236}">
                <a16:creationId xmlns:a16="http://schemas.microsoft.com/office/drawing/2014/main" id="{92EA1AC2-BE81-07E8-101C-03D9ADB08D4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>
            <a:extLst>
              <a:ext uri="{FF2B5EF4-FFF2-40B4-BE49-F238E27FC236}">
                <a16:creationId xmlns:a16="http://schemas.microsoft.com/office/drawing/2014/main" id="{E7EA8D53-BBFF-1062-2688-E670CF71B53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A20DDC1C-2083-1995-E167-4F8BE18CF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316" y="1785811"/>
            <a:ext cx="1055648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Summary: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Regular Expressions are powerful tools for identifying and extracting structured information from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Efficient regex design improves extraction speed, accuracy, and maintainability.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Regex forms the foundation of many text mining and data extraction systems.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Modern applications combine Regex with Artificial Intelligence and NLP to achieve higher accuracy in processing unstructured text. </a:t>
            </a:r>
          </a:p>
          <a:p>
            <a:endParaRPr lang="en-IN" sz="2000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IN" sz="2000" b="1" dirty="0">
                <a:latin typeface="Times" panose="02020603050405020304" pitchFamily="18" charset="0"/>
                <a:cs typeface="Times" panose="02020603050405020304" pitchFamily="18" charset="0"/>
              </a:rPr>
              <a:t>Key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Automates information extraction.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Saves time and reduces human error.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Enhances data quality.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" panose="02020603050405020304" pitchFamily="18" charset="0"/>
                <a:cs typeface="Times" panose="02020603050405020304" pitchFamily="18" charset="0"/>
              </a:rPr>
              <a:t>Supports intelligent data-driven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25482-D754-ACC0-DC35-C22B2B3C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64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16B85-BD75-C56B-9DCA-78AE0ABA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08760E-7C41-B5D6-5AEC-5BF950223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930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492</TotalTime>
  <Words>564</Words>
  <Application>Microsoft Office PowerPoint</Application>
  <PresentationFormat>Widescreen</PresentationFormat>
  <Paragraphs>106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Raleway</vt:lpstr>
      <vt:lpstr>Times</vt:lpstr>
      <vt:lpstr>Times New Roman</vt:lpstr>
      <vt:lpstr>VT323</vt:lpstr>
      <vt:lpstr>Office Theme</vt:lpstr>
      <vt:lpstr>Designing Efficient Regular Expression Patterns for Information Extraction   ITA0546-COMPUTER VISION FOR AUTONOMOUS VEHICLES </vt:lpstr>
      <vt:lpstr>INTRODUCTION</vt:lpstr>
      <vt:lpstr>PowerPoint Presentation</vt:lpstr>
      <vt:lpstr>Designing Efficient Regex Patterns</vt:lpstr>
      <vt:lpstr>PowerPoint Presentation</vt:lpstr>
      <vt:lpstr>Advantages and Limitations</vt:lpstr>
      <vt:lpstr>Future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lsk870020@gmail.com</cp:lastModifiedBy>
  <cp:revision>14</cp:revision>
  <dcterms:created xsi:type="dcterms:W3CDTF">2025-11-04T04:14:07Z</dcterms:created>
  <dcterms:modified xsi:type="dcterms:W3CDTF">2026-07-23T03:31:47Z</dcterms:modified>
</cp:coreProperties>
</file>